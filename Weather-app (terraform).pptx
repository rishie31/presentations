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AD948-A396-8DA1-527B-58CEC57795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039" y="339364"/>
            <a:ext cx="5631072" cy="779766"/>
          </a:xfrm>
        </p:spPr>
        <p:txBody>
          <a:bodyPr>
            <a:normAutofit fontScale="90000"/>
          </a:bodyPr>
          <a:lstStyle/>
          <a:p>
            <a:r>
              <a:rPr lang="en-IN" dirty="0"/>
              <a:t>Weather-app (terraform)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58996C-3637-AA42-05B4-030F6F6E8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33" y="1119130"/>
            <a:ext cx="11283884" cy="551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3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CFA74-D371-51C6-D489-4EB50D7AA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81" y="6858000"/>
            <a:ext cx="747988" cy="56838"/>
          </a:xfrm>
        </p:spPr>
        <p:txBody>
          <a:bodyPr>
            <a:normAutofit fontScale="90000"/>
          </a:bodyPr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F3A11-3273-7C57-646A-8A22B160002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3053108" y="2303045"/>
            <a:ext cx="69003" cy="3678303"/>
          </a:xfrm>
        </p:spPr>
        <p:txBody>
          <a:bodyPr/>
          <a:lstStyle/>
          <a:p>
            <a:r>
              <a:rPr lang="en-IN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C68859-7F8C-B5D0-BA09-8867092F3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597" y="614416"/>
            <a:ext cx="3740805" cy="5857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1E8924-67EE-A700-A628-21E8A16B5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5" y="614416"/>
            <a:ext cx="3959005" cy="58570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C66DFB-A291-7140-E0F1-81D60862F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0171" y="614417"/>
            <a:ext cx="3959004" cy="585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268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53</TotalTime>
  <Words>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Gill Sans MT</vt:lpstr>
      <vt:lpstr>Wingdings 2</vt:lpstr>
      <vt:lpstr>Dividend</vt:lpstr>
      <vt:lpstr>Weather-app (terraform)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RISHIKESH JADHAV</dc:creator>
  <cp:lastModifiedBy>RISHIKESH JADHAV</cp:lastModifiedBy>
  <cp:revision>1</cp:revision>
  <dcterms:created xsi:type="dcterms:W3CDTF">2025-12-12T11:39:08Z</dcterms:created>
  <dcterms:modified xsi:type="dcterms:W3CDTF">2025-12-12T12:32:16Z</dcterms:modified>
</cp:coreProperties>
</file>