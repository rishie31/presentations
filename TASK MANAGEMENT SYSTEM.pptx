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E30A-6140-F062-C94E-B884306AC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376" y="622169"/>
            <a:ext cx="6272096" cy="666644"/>
          </a:xfrm>
        </p:spPr>
        <p:txBody>
          <a:bodyPr/>
          <a:lstStyle/>
          <a:p>
            <a:r>
              <a:rPr lang="en-IN" dirty="0"/>
              <a:t>TASK MANAGEMENT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83642-2C3F-E84C-00FE-DFDA917A7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18" y="5656081"/>
            <a:ext cx="301658" cy="42420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79185-72CA-BB55-9BC6-C326C9DD6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76" y="1288812"/>
            <a:ext cx="5731624" cy="55691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02C431-5473-B671-FE94-52D5EC44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653" y="1288811"/>
            <a:ext cx="6213347" cy="556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36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2B82-948F-D9C5-01D9-A4D9D45B2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0" y="-427397"/>
            <a:ext cx="71719" cy="1013800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3BB84-9E24-718B-8DB2-D460B3E7C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2629" y="188260"/>
            <a:ext cx="512502" cy="152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6BFD8-2903-0FB1-9DDC-5A7E1CB5A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9" y="586403"/>
            <a:ext cx="6060141" cy="6146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71EE8E-4C34-0826-EE9E-3470BE6C8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141" y="586403"/>
            <a:ext cx="6221506" cy="614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1771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32</TotalTime>
  <Words>6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Gill Sans MT</vt:lpstr>
      <vt:lpstr>Wingdings 2</vt:lpstr>
      <vt:lpstr>Dividend</vt:lpstr>
      <vt:lpstr>TASK MANAGEMENT SYSTEM 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RISHIKESH JADHAV</dc:creator>
  <cp:lastModifiedBy>RISHIKESH JADHAV</cp:lastModifiedBy>
  <cp:revision>1</cp:revision>
  <dcterms:created xsi:type="dcterms:W3CDTF">2025-12-12T12:38:09Z</dcterms:created>
  <dcterms:modified xsi:type="dcterms:W3CDTF">2025-12-12T13:10:58Z</dcterms:modified>
</cp:coreProperties>
</file>